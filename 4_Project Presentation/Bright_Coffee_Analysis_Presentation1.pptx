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0BFBE4-B654-4F77-BA4E-7AB9687812F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097A29-1976-4DE6-B7B3-0AB8D9408853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b="1"/>
            <a:t>Total Revenue</a:t>
          </a:r>
          <a:r>
            <a:rPr lang="en-ZA"/>
            <a:t>: R52,375</a:t>
          </a:r>
          <a:endParaRPr lang="en-US"/>
        </a:p>
      </dgm:t>
    </dgm:pt>
    <dgm:pt modelId="{4D351F47-F232-496F-B24E-D9AECFBE6673}" type="parTrans" cxnId="{235245FC-488C-401E-8CFB-0450520BA791}">
      <dgm:prSet/>
      <dgm:spPr/>
      <dgm:t>
        <a:bodyPr/>
        <a:lstStyle/>
        <a:p>
          <a:endParaRPr lang="en-US"/>
        </a:p>
      </dgm:t>
    </dgm:pt>
    <dgm:pt modelId="{FF0611B3-2961-4435-9375-A2A9381F1D99}" type="sibTrans" cxnId="{235245FC-488C-401E-8CFB-0450520BA791}">
      <dgm:prSet/>
      <dgm:spPr/>
      <dgm:t>
        <a:bodyPr/>
        <a:lstStyle/>
        <a:p>
          <a:endParaRPr lang="en-US"/>
        </a:p>
      </dgm:t>
    </dgm:pt>
    <dgm:pt modelId="{83EC308B-6963-489A-A6E6-9F109F39D10D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b="1"/>
            <a:t>Avg Transaction Value</a:t>
          </a:r>
          <a:r>
            <a:rPr lang="en-ZA"/>
            <a:t>: R8.45</a:t>
          </a:r>
          <a:endParaRPr lang="en-US"/>
        </a:p>
      </dgm:t>
    </dgm:pt>
    <dgm:pt modelId="{6DDA1E5F-9DC9-481F-900A-0C7B15C4145B}" type="parTrans" cxnId="{6B24B43A-01E7-4B04-9ABF-BEB1137A5EF3}">
      <dgm:prSet/>
      <dgm:spPr/>
      <dgm:t>
        <a:bodyPr/>
        <a:lstStyle/>
        <a:p>
          <a:endParaRPr lang="en-US"/>
        </a:p>
      </dgm:t>
    </dgm:pt>
    <dgm:pt modelId="{DC0DCC92-312A-4892-84EE-E1C6E6B46A37}" type="sibTrans" cxnId="{6B24B43A-01E7-4B04-9ABF-BEB1137A5EF3}">
      <dgm:prSet/>
      <dgm:spPr/>
      <dgm:t>
        <a:bodyPr/>
        <a:lstStyle/>
        <a:p>
          <a:endParaRPr lang="en-US"/>
        </a:p>
      </dgm:t>
    </dgm:pt>
    <dgm:pt modelId="{B747978E-7FF8-441D-A2E3-A9632215F661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b="1"/>
            <a:t>Avg Basket Size</a:t>
          </a:r>
          <a:r>
            <a:rPr lang="en-ZA"/>
            <a:t>: 2.5</a:t>
          </a:r>
          <a:endParaRPr lang="en-US"/>
        </a:p>
      </dgm:t>
    </dgm:pt>
    <dgm:pt modelId="{5FE47A69-54C3-45EF-B659-8B96ACD62CB7}" type="parTrans" cxnId="{BF45548B-412D-45E7-812F-0C49ECF4318C}">
      <dgm:prSet/>
      <dgm:spPr/>
      <dgm:t>
        <a:bodyPr/>
        <a:lstStyle/>
        <a:p>
          <a:endParaRPr lang="en-US"/>
        </a:p>
      </dgm:t>
    </dgm:pt>
    <dgm:pt modelId="{5B83328C-ACEA-4FB2-8958-22F8CD235AD9}" type="sibTrans" cxnId="{BF45548B-412D-45E7-812F-0C49ECF4318C}">
      <dgm:prSet/>
      <dgm:spPr/>
      <dgm:t>
        <a:bodyPr/>
        <a:lstStyle/>
        <a:p>
          <a:endParaRPr lang="en-US"/>
        </a:p>
      </dgm:t>
    </dgm:pt>
    <dgm:pt modelId="{F863AA58-9661-4587-8715-802EC70F7F1B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b="1"/>
            <a:t>Number of Sales</a:t>
          </a:r>
          <a:r>
            <a:rPr lang="en-ZA"/>
            <a:t>: 6,195</a:t>
          </a:r>
          <a:endParaRPr lang="en-US"/>
        </a:p>
      </dgm:t>
    </dgm:pt>
    <dgm:pt modelId="{EA3625DA-5190-4B8B-9F54-0AED1665D7C3}" type="parTrans" cxnId="{9965982B-9C0D-45D9-BF69-144D0FBB76F7}">
      <dgm:prSet/>
      <dgm:spPr/>
      <dgm:t>
        <a:bodyPr/>
        <a:lstStyle/>
        <a:p>
          <a:endParaRPr lang="en-US"/>
        </a:p>
      </dgm:t>
    </dgm:pt>
    <dgm:pt modelId="{4851326E-1DB3-488F-AD94-05D3F3DBC029}" type="sibTrans" cxnId="{9965982B-9C0D-45D9-BF69-144D0FBB76F7}">
      <dgm:prSet/>
      <dgm:spPr/>
      <dgm:t>
        <a:bodyPr/>
        <a:lstStyle/>
        <a:p>
          <a:endParaRPr lang="en-US"/>
        </a:p>
      </dgm:t>
    </dgm:pt>
    <dgm:pt modelId="{9D1572BF-48F1-4058-8CAA-06ACAB4D9980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b="1"/>
            <a:t>Visuals</a:t>
          </a:r>
          <a:r>
            <a:rPr lang="en-ZA"/>
            <a:t>:</a:t>
          </a:r>
          <a:endParaRPr lang="en-US"/>
        </a:p>
      </dgm:t>
    </dgm:pt>
    <dgm:pt modelId="{243E3EF5-F0A2-4C1C-8FAE-2E584F084D6A}" type="parTrans" cxnId="{2EFB4E97-65DE-4920-9C15-71273D619D9E}">
      <dgm:prSet/>
      <dgm:spPr/>
      <dgm:t>
        <a:bodyPr/>
        <a:lstStyle/>
        <a:p>
          <a:endParaRPr lang="en-US"/>
        </a:p>
      </dgm:t>
    </dgm:pt>
    <dgm:pt modelId="{EAC40485-3DBC-4B2E-92B5-52470A17A6E1}" type="sibTrans" cxnId="{2EFB4E97-65DE-4920-9C15-71273D619D9E}">
      <dgm:prSet/>
      <dgm:spPr/>
      <dgm:t>
        <a:bodyPr/>
        <a:lstStyle/>
        <a:p>
          <a:endParaRPr lang="en-US"/>
        </a:p>
      </dgm:t>
    </dgm:pt>
    <dgm:pt modelId="{9F5E1B27-311F-413C-9980-747C6519F4DB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B2BD9972-6EF9-432B-B1A1-51FD5B11361B}" type="parTrans" cxnId="{7E402BA8-4CAB-46F3-809F-5909C5649B72}">
      <dgm:prSet/>
      <dgm:spPr/>
      <dgm:t>
        <a:bodyPr/>
        <a:lstStyle/>
        <a:p>
          <a:endParaRPr lang="en-US"/>
        </a:p>
      </dgm:t>
    </dgm:pt>
    <dgm:pt modelId="{9336765E-9E50-467E-8E02-599030613838}" type="sibTrans" cxnId="{7E402BA8-4CAB-46F3-809F-5909C5649B72}">
      <dgm:prSet/>
      <dgm:spPr/>
      <dgm:t>
        <a:bodyPr/>
        <a:lstStyle/>
        <a:p>
          <a:endParaRPr lang="en-US"/>
        </a:p>
      </dgm:t>
    </dgm:pt>
    <dgm:pt modelId="{3671DB0E-306D-49C4-AEE7-D4721542D45A}" type="pres">
      <dgm:prSet presAssocID="{D10BFBE4-B654-4F77-BA4E-7AB9687812F3}" presName="root" presStyleCnt="0">
        <dgm:presLayoutVars>
          <dgm:dir/>
          <dgm:resizeHandles val="exact"/>
        </dgm:presLayoutVars>
      </dgm:prSet>
      <dgm:spPr/>
    </dgm:pt>
    <dgm:pt modelId="{755C2A18-8D44-40FC-AA40-A09E3BFAC0F8}" type="pres">
      <dgm:prSet presAssocID="{C1097A29-1976-4DE6-B7B3-0AB8D9408853}" presName="compNode" presStyleCnt="0"/>
      <dgm:spPr/>
    </dgm:pt>
    <dgm:pt modelId="{01AFE278-831E-456B-8D15-B7B0A3843F19}" type="pres">
      <dgm:prSet presAssocID="{C1097A29-1976-4DE6-B7B3-0AB8D9408853}" presName="bgRect" presStyleLbl="bgShp" presStyleIdx="0" presStyleCnt="5"/>
      <dgm:spPr/>
    </dgm:pt>
    <dgm:pt modelId="{EA1914AD-1CF9-43CE-89E6-FB3B527A3624}" type="pres">
      <dgm:prSet presAssocID="{C1097A29-1976-4DE6-B7B3-0AB8D940885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46DCFFF-E7A8-4B53-BEEF-6A4AE54F3518}" type="pres">
      <dgm:prSet presAssocID="{C1097A29-1976-4DE6-B7B3-0AB8D9408853}" presName="spaceRect" presStyleCnt="0"/>
      <dgm:spPr/>
    </dgm:pt>
    <dgm:pt modelId="{20BD8DC8-4E7C-4A78-BD74-0D0047B15768}" type="pres">
      <dgm:prSet presAssocID="{C1097A29-1976-4DE6-B7B3-0AB8D9408853}" presName="parTx" presStyleLbl="revTx" presStyleIdx="0" presStyleCnt="6">
        <dgm:presLayoutVars>
          <dgm:chMax val="0"/>
          <dgm:chPref val="0"/>
        </dgm:presLayoutVars>
      </dgm:prSet>
      <dgm:spPr/>
    </dgm:pt>
    <dgm:pt modelId="{0F0F6263-57BE-483C-80A0-85C57AF0E523}" type="pres">
      <dgm:prSet presAssocID="{FF0611B3-2961-4435-9375-A2A9381F1D99}" presName="sibTrans" presStyleCnt="0"/>
      <dgm:spPr/>
    </dgm:pt>
    <dgm:pt modelId="{5ACEDB77-E1EF-4C80-8615-8BB2EE5C2CDC}" type="pres">
      <dgm:prSet presAssocID="{83EC308B-6963-489A-A6E6-9F109F39D10D}" presName="compNode" presStyleCnt="0"/>
      <dgm:spPr/>
    </dgm:pt>
    <dgm:pt modelId="{F49EB997-27B9-44C7-95EF-8BE40C8FCFCC}" type="pres">
      <dgm:prSet presAssocID="{83EC308B-6963-489A-A6E6-9F109F39D10D}" presName="bgRect" presStyleLbl="bgShp" presStyleIdx="1" presStyleCnt="5"/>
      <dgm:spPr/>
    </dgm:pt>
    <dgm:pt modelId="{69B20E3F-34B2-4D6C-A7B3-D77A5993879D}" type="pres">
      <dgm:prSet presAssocID="{83EC308B-6963-489A-A6E6-9F109F39D10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3C6224E9-C4EC-4E29-A472-60F1D5213F06}" type="pres">
      <dgm:prSet presAssocID="{83EC308B-6963-489A-A6E6-9F109F39D10D}" presName="spaceRect" presStyleCnt="0"/>
      <dgm:spPr/>
    </dgm:pt>
    <dgm:pt modelId="{90D7DFC9-CF8C-43D1-9C8E-F410C5889F66}" type="pres">
      <dgm:prSet presAssocID="{83EC308B-6963-489A-A6E6-9F109F39D10D}" presName="parTx" presStyleLbl="revTx" presStyleIdx="1" presStyleCnt="6">
        <dgm:presLayoutVars>
          <dgm:chMax val="0"/>
          <dgm:chPref val="0"/>
        </dgm:presLayoutVars>
      </dgm:prSet>
      <dgm:spPr/>
    </dgm:pt>
    <dgm:pt modelId="{ADD768F0-85E3-4AB4-8C91-6984979A4470}" type="pres">
      <dgm:prSet presAssocID="{DC0DCC92-312A-4892-84EE-E1C6E6B46A37}" presName="sibTrans" presStyleCnt="0"/>
      <dgm:spPr/>
    </dgm:pt>
    <dgm:pt modelId="{3C86CFE2-74D5-4DAF-AC64-42E00AFAD404}" type="pres">
      <dgm:prSet presAssocID="{B747978E-7FF8-441D-A2E3-A9632215F661}" presName="compNode" presStyleCnt="0"/>
      <dgm:spPr/>
    </dgm:pt>
    <dgm:pt modelId="{7B13273B-6E9C-4F56-B83F-12168A64F299}" type="pres">
      <dgm:prSet presAssocID="{B747978E-7FF8-441D-A2E3-A9632215F661}" presName="bgRect" presStyleLbl="bgShp" presStyleIdx="2" presStyleCnt="5"/>
      <dgm:spPr/>
    </dgm:pt>
    <dgm:pt modelId="{AEFD9EC7-438E-42BD-9F4F-6ACC0B43F363}" type="pres">
      <dgm:prSet presAssocID="{B747978E-7FF8-441D-A2E3-A9632215F66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basket"/>
        </a:ext>
      </dgm:extLst>
    </dgm:pt>
    <dgm:pt modelId="{105924D1-6350-4172-9400-D4E6BFB894DD}" type="pres">
      <dgm:prSet presAssocID="{B747978E-7FF8-441D-A2E3-A9632215F661}" presName="spaceRect" presStyleCnt="0"/>
      <dgm:spPr/>
    </dgm:pt>
    <dgm:pt modelId="{928A20E0-275D-453C-BC4B-FA52FFA1B762}" type="pres">
      <dgm:prSet presAssocID="{B747978E-7FF8-441D-A2E3-A9632215F661}" presName="parTx" presStyleLbl="revTx" presStyleIdx="2" presStyleCnt="6">
        <dgm:presLayoutVars>
          <dgm:chMax val="0"/>
          <dgm:chPref val="0"/>
        </dgm:presLayoutVars>
      </dgm:prSet>
      <dgm:spPr/>
    </dgm:pt>
    <dgm:pt modelId="{C6603A49-07C4-47FB-9F0F-7C24762074B8}" type="pres">
      <dgm:prSet presAssocID="{5B83328C-ACEA-4FB2-8958-22F8CD235AD9}" presName="sibTrans" presStyleCnt="0"/>
      <dgm:spPr/>
    </dgm:pt>
    <dgm:pt modelId="{16D59195-3E47-45C2-8CE1-FE7FA9040FE0}" type="pres">
      <dgm:prSet presAssocID="{F863AA58-9661-4587-8715-802EC70F7F1B}" presName="compNode" presStyleCnt="0"/>
      <dgm:spPr/>
    </dgm:pt>
    <dgm:pt modelId="{6D723E30-D1A6-43AA-88C6-F093A2E05B4F}" type="pres">
      <dgm:prSet presAssocID="{F863AA58-9661-4587-8715-802EC70F7F1B}" presName="bgRect" presStyleLbl="bgShp" presStyleIdx="3" presStyleCnt="5"/>
      <dgm:spPr/>
    </dgm:pt>
    <dgm:pt modelId="{071F0BEF-1EF9-4E7C-8BD0-D17DFA14A7EA}" type="pres">
      <dgm:prSet presAssocID="{F863AA58-9661-4587-8715-802EC70F7F1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383D6DE9-1A0A-4852-82B6-A8D4081A4EB3}" type="pres">
      <dgm:prSet presAssocID="{F863AA58-9661-4587-8715-802EC70F7F1B}" presName="spaceRect" presStyleCnt="0"/>
      <dgm:spPr/>
    </dgm:pt>
    <dgm:pt modelId="{3058ACD6-FC41-459F-9493-0F81E165D19E}" type="pres">
      <dgm:prSet presAssocID="{F863AA58-9661-4587-8715-802EC70F7F1B}" presName="parTx" presStyleLbl="revTx" presStyleIdx="3" presStyleCnt="6">
        <dgm:presLayoutVars>
          <dgm:chMax val="0"/>
          <dgm:chPref val="0"/>
        </dgm:presLayoutVars>
      </dgm:prSet>
      <dgm:spPr/>
    </dgm:pt>
    <dgm:pt modelId="{0A65C4F7-1DB3-464B-B42C-4F4DC27142C2}" type="pres">
      <dgm:prSet presAssocID="{4851326E-1DB3-488F-AD94-05D3F3DBC029}" presName="sibTrans" presStyleCnt="0"/>
      <dgm:spPr/>
    </dgm:pt>
    <dgm:pt modelId="{85425CD0-75E8-42FF-9896-5922FD120ECC}" type="pres">
      <dgm:prSet presAssocID="{9D1572BF-48F1-4058-8CAA-06ACAB4D9980}" presName="compNode" presStyleCnt="0"/>
      <dgm:spPr/>
    </dgm:pt>
    <dgm:pt modelId="{97F4B9BA-373D-4D8B-AE97-B0353DB4CC7B}" type="pres">
      <dgm:prSet presAssocID="{9D1572BF-48F1-4058-8CAA-06ACAB4D9980}" presName="bgRect" presStyleLbl="bgShp" presStyleIdx="4" presStyleCnt="5"/>
      <dgm:spPr/>
    </dgm:pt>
    <dgm:pt modelId="{B4357A46-6185-4000-A54D-42377D9D6C51}" type="pres">
      <dgm:prSet presAssocID="{9D1572BF-48F1-4058-8CAA-06ACAB4D998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e"/>
        </a:ext>
      </dgm:extLst>
    </dgm:pt>
    <dgm:pt modelId="{E7EF270C-39E1-4786-B104-7EBE93A5CE44}" type="pres">
      <dgm:prSet presAssocID="{9D1572BF-48F1-4058-8CAA-06ACAB4D9980}" presName="spaceRect" presStyleCnt="0"/>
      <dgm:spPr/>
    </dgm:pt>
    <dgm:pt modelId="{101FF524-0227-40FE-9D6E-885DD429E439}" type="pres">
      <dgm:prSet presAssocID="{9D1572BF-48F1-4058-8CAA-06ACAB4D9980}" presName="parTx" presStyleLbl="revTx" presStyleIdx="4" presStyleCnt="6">
        <dgm:presLayoutVars>
          <dgm:chMax val="0"/>
          <dgm:chPref val="0"/>
        </dgm:presLayoutVars>
      </dgm:prSet>
      <dgm:spPr/>
    </dgm:pt>
    <dgm:pt modelId="{75DC688B-A877-49C2-86DF-E6E6BF6F729B}" type="pres">
      <dgm:prSet presAssocID="{9D1572BF-48F1-4058-8CAA-06ACAB4D9980}" presName="desTx" presStyleLbl="revTx" presStyleIdx="5" presStyleCnt="6">
        <dgm:presLayoutVars/>
      </dgm:prSet>
      <dgm:spPr/>
    </dgm:pt>
  </dgm:ptLst>
  <dgm:cxnLst>
    <dgm:cxn modelId="{ACCDC108-D500-4F0B-A91D-A83827AD05AF}" type="presOf" srcId="{D10BFBE4-B654-4F77-BA4E-7AB9687812F3}" destId="{3671DB0E-306D-49C4-AEE7-D4721542D45A}" srcOrd="0" destOrd="0" presId="urn:microsoft.com/office/officeart/2018/2/layout/IconVerticalSolidList"/>
    <dgm:cxn modelId="{9965982B-9C0D-45D9-BF69-144D0FBB76F7}" srcId="{D10BFBE4-B654-4F77-BA4E-7AB9687812F3}" destId="{F863AA58-9661-4587-8715-802EC70F7F1B}" srcOrd="3" destOrd="0" parTransId="{EA3625DA-5190-4B8B-9F54-0AED1665D7C3}" sibTransId="{4851326E-1DB3-488F-AD94-05D3F3DBC029}"/>
    <dgm:cxn modelId="{6B24B43A-01E7-4B04-9ABF-BEB1137A5EF3}" srcId="{D10BFBE4-B654-4F77-BA4E-7AB9687812F3}" destId="{83EC308B-6963-489A-A6E6-9F109F39D10D}" srcOrd="1" destOrd="0" parTransId="{6DDA1E5F-9DC9-481F-900A-0C7B15C4145B}" sibTransId="{DC0DCC92-312A-4892-84EE-E1C6E6B46A37}"/>
    <dgm:cxn modelId="{5D08E563-2CCE-4FD3-A72C-9E602D367BFE}" type="presOf" srcId="{83EC308B-6963-489A-A6E6-9F109F39D10D}" destId="{90D7DFC9-CF8C-43D1-9C8E-F410C5889F66}" srcOrd="0" destOrd="0" presId="urn:microsoft.com/office/officeart/2018/2/layout/IconVerticalSolidList"/>
    <dgm:cxn modelId="{D9124B56-DA54-4C7D-AAE6-F5D87DF83BF9}" type="presOf" srcId="{B747978E-7FF8-441D-A2E3-A9632215F661}" destId="{928A20E0-275D-453C-BC4B-FA52FFA1B762}" srcOrd="0" destOrd="0" presId="urn:microsoft.com/office/officeart/2018/2/layout/IconVerticalSolidList"/>
    <dgm:cxn modelId="{BF45548B-412D-45E7-812F-0C49ECF4318C}" srcId="{D10BFBE4-B654-4F77-BA4E-7AB9687812F3}" destId="{B747978E-7FF8-441D-A2E3-A9632215F661}" srcOrd="2" destOrd="0" parTransId="{5FE47A69-54C3-45EF-B659-8B96ACD62CB7}" sibTransId="{5B83328C-ACEA-4FB2-8958-22F8CD235AD9}"/>
    <dgm:cxn modelId="{758E6892-CB1F-4209-AC7C-F9E1F99273D0}" type="presOf" srcId="{F863AA58-9661-4587-8715-802EC70F7F1B}" destId="{3058ACD6-FC41-459F-9493-0F81E165D19E}" srcOrd="0" destOrd="0" presId="urn:microsoft.com/office/officeart/2018/2/layout/IconVerticalSolidList"/>
    <dgm:cxn modelId="{2EFB4E97-65DE-4920-9C15-71273D619D9E}" srcId="{D10BFBE4-B654-4F77-BA4E-7AB9687812F3}" destId="{9D1572BF-48F1-4058-8CAA-06ACAB4D9980}" srcOrd="4" destOrd="0" parTransId="{243E3EF5-F0A2-4C1C-8FAE-2E584F084D6A}" sibTransId="{EAC40485-3DBC-4B2E-92B5-52470A17A6E1}"/>
    <dgm:cxn modelId="{7E402BA8-4CAB-46F3-809F-5909C5649B72}" srcId="{9D1572BF-48F1-4058-8CAA-06ACAB4D9980}" destId="{9F5E1B27-311F-413C-9980-747C6519F4DB}" srcOrd="0" destOrd="0" parTransId="{B2BD9972-6EF9-432B-B1A1-51FD5B11361B}" sibTransId="{9336765E-9E50-467E-8E02-599030613838}"/>
    <dgm:cxn modelId="{C5ACF4B5-49FB-415F-AFF7-FC5BCBE9945B}" type="presOf" srcId="{9F5E1B27-311F-413C-9980-747C6519F4DB}" destId="{75DC688B-A877-49C2-86DF-E6E6BF6F729B}" srcOrd="0" destOrd="0" presId="urn:microsoft.com/office/officeart/2018/2/layout/IconVerticalSolidList"/>
    <dgm:cxn modelId="{E171C2B8-CF89-496E-9979-14667BE21C88}" type="presOf" srcId="{C1097A29-1976-4DE6-B7B3-0AB8D9408853}" destId="{20BD8DC8-4E7C-4A78-BD74-0D0047B15768}" srcOrd="0" destOrd="0" presId="urn:microsoft.com/office/officeart/2018/2/layout/IconVerticalSolidList"/>
    <dgm:cxn modelId="{D4B3B4D8-BDC5-41DF-9B90-168E57E20DC7}" type="presOf" srcId="{9D1572BF-48F1-4058-8CAA-06ACAB4D9980}" destId="{101FF524-0227-40FE-9D6E-885DD429E439}" srcOrd="0" destOrd="0" presId="urn:microsoft.com/office/officeart/2018/2/layout/IconVerticalSolidList"/>
    <dgm:cxn modelId="{235245FC-488C-401E-8CFB-0450520BA791}" srcId="{D10BFBE4-B654-4F77-BA4E-7AB9687812F3}" destId="{C1097A29-1976-4DE6-B7B3-0AB8D9408853}" srcOrd="0" destOrd="0" parTransId="{4D351F47-F232-496F-B24E-D9AECFBE6673}" sibTransId="{FF0611B3-2961-4435-9375-A2A9381F1D99}"/>
    <dgm:cxn modelId="{7D69EC68-0AB8-4A9B-B48D-FC6D3C27A114}" type="presParOf" srcId="{3671DB0E-306D-49C4-AEE7-D4721542D45A}" destId="{755C2A18-8D44-40FC-AA40-A09E3BFAC0F8}" srcOrd="0" destOrd="0" presId="urn:microsoft.com/office/officeart/2018/2/layout/IconVerticalSolidList"/>
    <dgm:cxn modelId="{56F12095-E75B-454E-9007-25077B48F258}" type="presParOf" srcId="{755C2A18-8D44-40FC-AA40-A09E3BFAC0F8}" destId="{01AFE278-831E-456B-8D15-B7B0A3843F19}" srcOrd="0" destOrd="0" presId="urn:microsoft.com/office/officeart/2018/2/layout/IconVerticalSolidList"/>
    <dgm:cxn modelId="{B8039E12-4F07-458D-8812-93C094BC6681}" type="presParOf" srcId="{755C2A18-8D44-40FC-AA40-A09E3BFAC0F8}" destId="{EA1914AD-1CF9-43CE-89E6-FB3B527A3624}" srcOrd="1" destOrd="0" presId="urn:microsoft.com/office/officeart/2018/2/layout/IconVerticalSolidList"/>
    <dgm:cxn modelId="{6BF39E4D-4E2F-4A22-8961-1FE6E6DE7232}" type="presParOf" srcId="{755C2A18-8D44-40FC-AA40-A09E3BFAC0F8}" destId="{746DCFFF-E7A8-4B53-BEEF-6A4AE54F3518}" srcOrd="2" destOrd="0" presId="urn:microsoft.com/office/officeart/2018/2/layout/IconVerticalSolidList"/>
    <dgm:cxn modelId="{C87F554F-6191-485D-A484-D0F1D674563F}" type="presParOf" srcId="{755C2A18-8D44-40FC-AA40-A09E3BFAC0F8}" destId="{20BD8DC8-4E7C-4A78-BD74-0D0047B15768}" srcOrd="3" destOrd="0" presId="urn:microsoft.com/office/officeart/2018/2/layout/IconVerticalSolidList"/>
    <dgm:cxn modelId="{B0151F89-B4A7-4E69-9127-582B89B6C562}" type="presParOf" srcId="{3671DB0E-306D-49C4-AEE7-D4721542D45A}" destId="{0F0F6263-57BE-483C-80A0-85C57AF0E523}" srcOrd="1" destOrd="0" presId="urn:microsoft.com/office/officeart/2018/2/layout/IconVerticalSolidList"/>
    <dgm:cxn modelId="{981FBF79-0B45-4F04-9479-F19159BF8BDE}" type="presParOf" srcId="{3671DB0E-306D-49C4-AEE7-D4721542D45A}" destId="{5ACEDB77-E1EF-4C80-8615-8BB2EE5C2CDC}" srcOrd="2" destOrd="0" presId="urn:microsoft.com/office/officeart/2018/2/layout/IconVerticalSolidList"/>
    <dgm:cxn modelId="{02C44270-CE34-4C80-9EC2-F55DE8CADE1B}" type="presParOf" srcId="{5ACEDB77-E1EF-4C80-8615-8BB2EE5C2CDC}" destId="{F49EB997-27B9-44C7-95EF-8BE40C8FCFCC}" srcOrd="0" destOrd="0" presId="urn:microsoft.com/office/officeart/2018/2/layout/IconVerticalSolidList"/>
    <dgm:cxn modelId="{1AA73FCE-C05E-413C-BA49-4C16A5C1D765}" type="presParOf" srcId="{5ACEDB77-E1EF-4C80-8615-8BB2EE5C2CDC}" destId="{69B20E3F-34B2-4D6C-A7B3-D77A5993879D}" srcOrd="1" destOrd="0" presId="urn:microsoft.com/office/officeart/2018/2/layout/IconVerticalSolidList"/>
    <dgm:cxn modelId="{A6286176-BA34-451D-940F-1E27B709087F}" type="presParOf" srcId="{5ACEDB77-E1EF-4C80-8615-8BB2EE5C2CDC}" destId="{3C6224E9-C4EC-4E29-A472-60F1D5213F06}" srcOrd="2" destOrd="0" presId="urn:microsoft.com/office/officeart/2018/2/layout/IconVerticalSolidList"/>
    <dgm:cxn modelId="{35ED5371-E306-4E7A-8BE1-C3B22A77E690}" type="presParOf" srcId="{5ACEDB77-E1EF-4C80-8615-8BB2EE5C2CDC}" destId="{90D7DFC9-CF8C-43D1-9C8E-F410C5889F66}" srcOrd="3" destOrd="0" presId="urn:microsoft.com/office/officeart/2018/2/layout/IconVerticalSolidList"/>
    <dgm:cxn modelId="{5B16FD54-0C2A-44CD-9828-1D92320E605A}" type="presParOf" srcId="{3671DB0E-306D-49C4-AEE7-D4721542D45A}" destId="{ADD768F0-85E3-4AB4-8C91-6984979A4470}" srcOrd="3" destOrd="0" presId="urn:microsoft.com/office/officeart/2018/2/layout/IconVerticalSolidList"/>
    <dgm:cxn modelId="{EEC83A41-B581-471A-97BF-975D78778575}" type="presParOf" srcId="{3671DB0E-306D-49C4-AEE7-D4721542D45A}" destId="{3C86CFE2-74D5-4DAF-AC64-42E00AFAD404}" srcOrd="4" destOrd="0" presId="urn:microsoft.com/office/officeart/2018/2/layout/IconVerticalSolidList"/>
    <dgm:cxn modelId="{5DD5A0DF-0E18-4306-85F6-422B148D3A7C}" type="presParOf" srcId="{3C86CFE2-74D5-4DAF-AC64-42E00AFAD404}" destId="{7B13273B-6E9C-4F56-B83F-12168A64F299}" srcOrd="0" destOrd="0" presId="urn:microsoft.com/office/officeart/2018/2/layout/IconVerticalSolidList"/>
    <dgm:cxn modelId="{165D0394-131A-416C-B29E-8810C7DE95A8}" type="presParOf" srcId="{3C86CFE2-74D5-4DAF-AC64-42E00AFAD404}" destId="{AEFD9EC7-438E-42BD-9F4F-6ACC0B43F363}" srcOrd="1" destOrd="0" presId="urn:microsoft.com/office/officeart/2018/2/layout/IconVerticalSolidList"/>
    <dgm:cxn modelId="{06AD280F-A43B-4A20-90BC-68F8461965C9}" type="presParOf" srcId="{3C86CFE2-74D5-4DAF-AC64-42E00AFAD404}" destId="{105924D1-6350-4172-9400-D4E6BFB894DD}" srcOrd="2" destOrd="0" presId="urn:microsoft.com/office/officeart/2018/2/layout/IconVerticalSolidList"/>
    <dgm:cxn modelId="{7F50B2CB-C3F9-484C-8039-200877170A73}" type="presParOf" srcId="{3C86CFE2-74D5-4DAF-AC64-42E00AFAD404}" destId="{928A20E0-275D-453C-BC4B-FA52FFA1B762}" srcOrd="3" destOrd="0" presId="urn:microsoft.com/office/officeart/2018/2/layout/IconVerticalSolidList"/>
    <dgm:cxn modelId="{5EEA0152-1E41-4C51-892E-517CD4FC64A0}" type="presParOf" srcId="{3671DB0E-306D-49C4-AEE7-D4721542D45A}" destId="{C6603A49-07C4-47FB-9F0F-7C24762074B8}" srcOrd="5" destOrd="0" presId="urn:microsoft.com/office/officeart/2018/2/layout/IconVerticalSolidList"/>
    <dgm:cxn modelId="{3F514638-1AF7-4359-BA2A-DF769AE1ADCC}" type="presParOf" srcId="{3671DB0E-306D-49C4-AEE7-D4721542D45A}" destId="{16D59195-3E47-45C2-8CE1-FE7FA9040FE0}" srcOrd="6" destOrd="0" presId="urn:microsoft.com/office/officeart/2018/2/layout/IconVerticalSolidList"/>
    <dgm:cxn modelId="{24D1C281-F0FF-4FD2-9BCD-2D4FA90202F9}" type="presParOf" srcId="{16D59195-3E47-45C2-8CE1-FE7FA9040FE0}" destId="{6D723E30-D1A6-43AA-88C6-F093A2E05B4F}" srcOrd="0" destOrd="0" presId="urn:microsoft.com/office/officeart/2018/2/layout/IconVerticalSolidList"/>
    <dgm:cxn modelId="{7E6C0B07-8160-4900-8988-C762AA11A7FE}" type="presParOf" srcId="{16D59195-3E47-45C2-8CE1-FE7FA9040FE0}" destId="{071F0BEF-1EF9-4E7C-8BD0-D17DFA14A7EA}" srcOrd="1" destOrd="0" presId="urn:microsoft.com/office/officeart/2018/2/layout/IconVerticalSolidList"/>
    <dgm:cxn modelId="{BA24C327-8F48-4686-92E0-8791C91DC7A8}" type="presParOf" srcId="{16D59195-3E47-45C2-8CE1-FE7FA9040FE0}" destId="{383D6DE9-1A0A-4852-82B6-A8D4081A4EB3}" srcOrd="2" destOrd="0" presId="urn:microsoft.com/office/officeart/2018/2/layout/IconVerticalSolidList"/>
    <dgm:cxn modelId="{A6BFCACB-BB83-4889-9CBF-055F953B1A11}" type="presParOf" srcId="{16D59195-3E47-45C2-8CE1-FE7FA9040FE0}" destId="{3058ACD6-FC41-459F-9493-0F81E165D19E}" srcOrd="3" destOrd="0" presId="urn:microsoft.com/office/officeart/2018/2/layout/IconVerticalSolidList"/>
    <dgm:cxn modelId="{F2CBD9CA-5467-4729-9234-F17E9B1A3CC8}" type="presParOf" srcId="{3671DB0E-306D-49C4-AEE7-D4721542D45A}" destId="{0A65C4F7-1DB3-464B-B42C-4F4DC27142C2}" srcOrd="7" destOrd="0" presId="urn:microsoft.com/office/officeart/2018/2/layout/IconVerticalSolidList"/>
    <dgm:cxn modelId="{AEBEA367-C953-441D-B772-3C66A789878D}" type="presParOf" srcId="{3671DB0E-306D-49C4-AEE7-D4721542D45A}" destId="{85425CD0-75E8-42FF-9896-5922FD120ECC}" srcOrd="8" destOrd="0" presId="urn:microsoft.com/office/officeart/2018/2/layout/IconVerticalSolidList"/>
    <dgm:cxn modelId="{10E847B0-367F-4E35-B1A1-4D4A65259398}" type="presParOf" srcId="{85425CD0-75E8-42FF-9896-5922FD120ECC}" destId="{97F4B9BA-373D-4D8B-AE97-B0353DB4CC7B}" srcOrd="0" destOrd="0" presId="urn:microsoft.com/office/officeart/2018/2/layout/IconVerticalSolidList"/>
    <dgm:cxn modelId="{A35CE274-4453-46D9-8D3D-D0D9D6F1A5EB}" type="presParOf" srcId="{85425CD0-75E8-42FF-9896-5922FD120ECC}" destId="{B4357A46-6185-4000-A54D-42377D9D6C51}" srcOrd="1" destOrd="0" presId="urn:microsoft.com/office/officeart/2018/2/layout/IconVerticalSolidList"/>
    <dgm:cxn modelId="{1E734887-22AE-45AA-A359-D0008ADF345F}" type="presParOf" srcId="{85425CD0-75E8-42FF-9896-5922FD120ECC}" destId="{E7EF270C-39E1-4786-B104-7EBE93A5CE44}" srcOrd="2" destOrd="0" presId="urn:microsoft.com/office/officeart/2018/2/layout/IconVerticalSolidList"/>
    <dgm:cxn modelId="{4C87BE68-DF9D-4D6D-9A56-0FA83C43FA48}" type="presParOf" srcId="{85425CD0-75E8-42FF-9896-5922FD120ECC}" destId="{101FF524-0227-40FE-9D6E-885DD429E439}" srcOrd="3" destOrd="0" presId="urn:microsoft.com/office/officeart/2018/2/layout/IconVerticalSolidList"/>
    <dgm:cxn modelId="{FCF0B16A-E247-4B39-B1EB-D5C83322C903}" type="presParOf" srcId="{85425CD0-75E8-42FF-9896-5922FD120ECC}" destId="{75DC688B-A877-49C2-86DF-E6E6BF6F729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7E1117-487B-4CA1-84D3-D6DD30B8C4D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3C674A5-A1D3-4ACF-A81B-8C6D9E554B61}">
      <dgm:prSet/>
      <dgm:spPr/>
      <dgm:t>
        <a:bodyPr/>
        <a:lstStyle/>
        <a:p>
          <a:r>
            <a:rPr lang="en-ZA"/>
            <a:t>Expand morning promotions and bundle offers</a:t>
          </a:r>
          <a:endParaRPr lang="en-US"/>
        </a:p>
      </dgm:t>
    </dgm:pt>
    <dgm:pt modelId="{82D88FEA-5A77-4F43-B63D-4A716BA1128A}" type="parTrans" cxnId="{490A4C0A-7692-4FF7-9CCF-6095D356B686}">
      <dgm:prSet/>
      <dgm:spPr/>
      <dgm:t>
        <a:bodyPr/>
        <a:lstStyle/>
        <a:p>
          <a:endParaRPr lang="en-US"/>
        </a:p>
      </dgm:t>
    </dgm:pt>
    <dgm:pt modelId="{D458761F-449F-47D6-A552-36C52E2EC368}" type="sibTrans" cxnId="{490A4C0A-7692-4FF7-9CCF-6095D356B686}">
      <dgm:prSet/>
      <dgm:spPr/>
      <dgm:t>
        <a:bodyPr/>
        <a:lstStyle/>
        <a:p>
          <a:endParaRPr lang="en-US"/>
        </a:p>
      </dgm:t>
    </dgm:pt>
    <dgm:pt modelId="{0485E426-6CF6-4ACD-979D-16C3334F2389}">
      <dgm:prSet/>
      <dgm:spPr/>
      <dgm:t>
        <a:bodyPr/>
        <a:lstStyle/>
        <a:p>
          <a:r>
            <a:rPr lang="en-ZA" dirty="0"/>
            <a:t>Replicate product mix in other stores</a:t>
          </a:r>
          <a:endParaRPr lang="en-US" dirty="0"/>
        </a:p>
      </dgm:t>
    </dgm:pt>
    <dgm:pt modelId="{FB2F5D7A-FC97-4FF5-953C-E157D8258924}" type="parTrans" cxnId="{4E1512FF-2101-48A9-89CC-E70BF79737AE}">
      <dgm:prSet/>
      <dgm:spPr/>
      <dgm:t>
        <a:bodyPr/>
        <a:lstStyle/>
        <a:p>
          <a:endParaRPr lang="en-US"/>
        </a:p>
      </dgm:t>
    </dgm:pt>
    <dgm:pt modelId="{DB51B5BA-38B0-4257-9148-C7B4B1A43CA6}" type="sibTrans" cxnId="{4E1512FF-2101-48A9-89CC-E70BF79737AE}">
      <dgm:prSet/>
      <dgm:spPr/>
      <dgm:t>
        <a:bodyPr/>
        <a:lstStyle/>
        <a:p>
          <a:endParaRPr lang="en-US"/>
        </a:p>
      </dgm:t>
    </dgm:pt>
    <dgm:pt modelId="{92978136-033B-41EB-9323-18EDD789E626}">
      <dgm:prSet/>
      <dgm:spPr/>
      <dgm:t>
        <a:bodyPr/>
        <a:lstStyle/>
        <a:p>
          <a:r>
            <a:rPr lang="en-ZA"/>
            <a:t>Focus on high-performing SKUs like Latte and Croissant</a:t>
          </a:r>
          <a:endParaRPr lang="en-US"/>
        </a:p>
      </dgm:t>
    </dgm:pt>
    <dgm:pt modelId="{7839739B-0260-487C-9DE7-ED75831C63E0}" type="parTrans" cxnId="{52B5BFC8-0255-4805-9551-94D18DEB62A4}">
      <dgm:prSet/>
      <dgm:spPr/>
      <dgm:t>
        <a:bodyPr/>
        <a:lstStyle/>
        <a:p>
          <a:endParaRPr lang="en-US"/>
        </a:p>
      </dgm:t>
    </dgm:pt>
    <dgm:pt modelId="{9DE1AB17-B37E-4C44-A0EB-E7A536523DB1}" type="sibTrans" cxnId="{52B5BFC8-0255-4805-9551-94D18DEB62A4}">
      <dgm:prSet/>
      <dgm:spPr/>
      <dgm:t>
        <a:bodyPr/>
        <a:lstStyle/>
        <a:p>
          <a:endParaRPr lang="en-US"/>
        </a:p>
      </dgm:t>
    </dgm:pt>
    <dgm:pt modelId="{6E15E3C8-315F-4AC2-9A14-3BABCAC21F70}">
      <dgm:prSet/>
      <dgm:spPr/>
      <dgm:t>
        <a:bodyPr/>
        <a:lstStyle/>
        <a:p>
          <a:r>
            <a:rPr lang="en-ZA" dirty="0"/>
            <a:t>Monitor ATV and monthly promotions for optimization</a:t>
          </a:r>
          <a:endParaRPr lang="en-US" dirty="0"/>
        </a:p>
      </dgm:t>
    </dgm:pt>
    <dgm:pt modelId="{A8876B9D-2591-41A3-A853-B56B16CA5A1E}" type="parTrans" cxnId="{62C369C9-531F-41B3-BEAC-DDD656BDEFCD}">
      <dgm:prSet/>
      <dgm:spPr/>
      <dgm:t>
        <a:bodyPr/>
        <a:lstStyle/>
        <a:p>
          <a:endParaRPr lang="en-US"/>
        </a:p>
      </dgm:t>
    </dgm:pt>
    <dgm:pt modelId="{8CD79288-21A9-401F-853C-44A98075812E}" type="sibTrans" cxnId="{62C369C9-531F-41B3-BEAC-DDD656BDEFCD}">
      <dgm:prSet/>
      <dgm:spPr/>
      <dgm:t>
        <a:bodyPr/>
        <a:lstStyle/>
        <a:p>
          <a:endParaRPr lang="en-US"/>
        </a:p>
      </dgm:t>
    </dgm:pt>
    <dgm:pt modelId="{C6C9DD33-82DD-405C-BB8A-3227A9A59287}" type="pres">
      <dgm:prSet presAssocID="{A57E1117-487B-4CA1-84D3-D6DD30B8C4DD}" presName="root" presStyleCnt="0">
        <dgm:presLayoutVars>
          <dgm:dir/>
          <dgm:resizeHandles val="exact"/>
        </dgm:presLayoutVars>
      </dgm:prSet>
      <dgm:spPr/>
    </dgm:pt>
    <dgm:pt modelId="{4099E6B2-DEA8-450E-8434-31E2A8A2B7FA}" type="pres">
      <dgm:prSet presAssocID="{13C674A5-A1D3-4ACF-A81B-8C6D9E554B61}" presName="compNode" presStyleCnt="0"/>
      <dgm:spPr/>
    </dgm:pt>
    <dgm:pt modelId="{AACACF87-F8E3-4953-B15A-59F48ECD21DA}" type="pres">
      <dgm:prSet presAssocID="{13C674A5-A1D3-4ACF-A81B-8C6D9E554B61}" presName="bgRect" presStyleLbl="bgShp" presStyleIdx="0" presStyleCnt="4"/>
      <dgm:spPr/>
    </dgm:pt>
    <dgm:pt modelId="{30A4DA64-8B0B-4FA0-B32C-2A0EAB87EC5E}" type="pres">
      <dgm:prSet presAssocID="{13C674A5-A1D3-4ACF-A81B-8C6D9E554B6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963DFD80-161D-4952-9B70-5CBA807B8C79}" type="pres">
      <dgm:prSet presAssocID="{13C674A5-A1D3-4ACF-A81B-8C6D9E554B61}" presName="spaceRect" presStyleCnt="0"/>
      <dgm:spPr/>
    </dgm:pt>
    <dgm:pt modelId="{B08A74E3-FECC-4617-837F-D1066248F748}" type="pres">
      <dgm:prSet presAssocID="{13C674A5-A1D3-4ACF-A81B-8C6D9E554B61}" presName="parTx" presStyleLbl="revTx" presStyleIdx="0" presStyleCnt="4">
        <dgm:presLayoutVars>
          <dgm:chMax val="0"/>
          <dgm:chPref val="0"/>
        </dgm:presLayoutVars>
      </dgm:prSet>
      <dgm:spPr/>
    </dgm:pt>
    <dgm:pt modelId="{F9C97467-9DD2-4202-9101-313560E5584B}" type="pres">
      <dgm:prSet presAssocID="{D458761F-449F-47D6-A552-36C52E2EC368}" presName="sibTrans" presStyleCnt="0"/>
      <dgm:spPr/>
    </dgm:pt>
    <dgm:pt modelId="{0678C043-5E03-48B7-BE4A-EAA2390511F8}" type="pres">
      <dgm:prSet presAssocID="{0485E426-6CF6-4ACD-979D-16C3334F2389}" presName="compNode" presStyleCnt="0"/>
      <dgm:spPr/>
    </dgm:pt>
    <dgm:pt modelId="{19FEACF2-171C-424C-94D5-2E381EDEDDC0}" type="pres">
      <dgm:prSet presAssocID="{0485E426-6CF6-4ACD-979D-16C3334F2389}" presName="bgRect" presStyleLbl="bgShp" presStyleIdx="1" presStyleCnt="4"/>
      <dgm:spPr/>
    </dgm:pt>
    <dgm:pt modelId="{5992747E-88EF-454D-8DB2-5F1452AC6CE0}" type="pres">
      <dgm:prSet presAssocID="{0485E426-6CF6-4ACD-979D-16C3334F238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2ED714C4-B308-4476-B4EC-C24439A62116}" type="pres">
      <dgm:prSet presAssocID="{0485E426-6CF6-4ACD-979D-16C3334F2389}" presName="spaceRect" presStyleCnt="0"/>
      <dgm:spPr/>
    </dgm:pt>
    <dgm:pt modelId="{19184469-0B47-4E60-B3CC-EF10FF26159F}" type="pres">
      <dgm:prSet presAssocID="{0485E426-6CF6-4ACD-979D-16C3334F2389}" presName="parTx" presStyleLbl="revTx" presStyleIdx="1" presStyleCnt="4">
        <dgm:presLayoutVars>
          <dgm:chMax val="0"/>
          <dgm:chPref val="0"/>
        </dgm:presLayoutVars>
      </dgm:prSet>
      <dgm:spPr/>
    </dgm:pt>
    <dgm:pt modelId="{1A1B97BE-159B-428C-9CE8-DEC0A1D047B9}" type="pres">
      <dgm:prSet presAssocID="{DB51B5BA-38B0-4257-9148-C7B4B1A43CA6}" presName="sibTrans" presStyleCnt="0"/>
      <dgm:spPr/>
    </dgm:pt>
    <dgm:pt modelId="{D590C53F-B191-45D2-98EF-5C7856D22544}" type="pres">
      <dgm:prSet presAssocID="{92978136-033B-41EB-9323-18EDD789E626}" presName="compNode" presStyleCnt="0"/>
      <dgm:spPr/>
    </dgm:pt>
    <dgm:pt modelId="{5CE21362-449A-4F86-9CAC-39832C29809D}" type="pres">
      <dgm:prSet presAssocID="{92978136-033B-41EB-9323-18EDD789E626}" presName="bgRect" presStyleLbl="bgShp" presStyleIdx="2" presStyleCnt="4"/>
      <dgm:spPr/>
    </dgm:pt>
    <dgm:pt modelId="{616D5618-8DD1-4B5C-9B3E-46FC2A18DFF2}" type="pres">
      <dgm:prSet presAssocID="{92978136-033B-41EB-9323-18EDD789E62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59959E5-4CCC-433B-B05C-35A29196382B}" type="pres">
      <dgm:prSet presAssocID="{92978136-033B-41EB-9323-18EDD789E626}" presName="spaceRect" presStyleCnt="0"/>
      <dgm:spPr/>
    </dgm:pt>
    <dgm:pt modelId="{BB8368BC-3277-4913-BEC1-63F3EC43BAC2}" type="pres">
      <dgm:prSet presAssocID="{92978136-033B-41EB-9323-18EDD789E626}" presName="parTx" presStyleLbl="revTx" presStyleIdx="2" presStyleCnt="4">
        <dgm:presLayoutVars>
          <dgm:chMax val="0"/>
          <dgm:chPref val="0"/>
        </dgm:presLayoutVars>
      </dgm:prSet>
      <dgm:spPr/>
    </dgm:pt>
    <dgm:pt modelId="{D9CEBD37-FE0D-4789-B114-B4594B84BEB5}" type="pres">
      <dgm:prSet presAssocID="{9DE1AB17-B37E-4C44-A0EB-E7A536523DB1}" presName="sibTrans" presStyleCnt="0"/>
      <dgm:spPr/>
    </dgm:pt>
    <dgm:pt modelId="{01EE63A1-3DD8-40CD-BE99-01FE73E293DE}" type="pres">
      <dgm:prSet presAssocID="{6E15E3C8-315F-4AC2-9A14-3BABCAC21F70}" presName="compNode" presStyleCnt="0"/>
      <dgm:spPr/>
    </dgm:pt>
    <dgm:pt modelId="{0A946D46-920E-4525-8012-3B3A5A75AA50}" type="pres">
      <dgm:prSet presAssocID="{6E15E3C8-315F-4AC2-9A14-3BABCAC21F70}" presName="bgRect" presStyleLbl="bgShp" presStyleIdx="3" presStyleCnt="4"/>
      <dgm:spPr/>
    </dgm:pt>
    <dgm:pt modelId="{F6DD7F6C-5F1C-4BD8-B09A-3CC796085B5E}" type="pres">
      <dgm:prSet presAssocID="{6E15E3C8-315F-4AC2-9A14-3BABCAC21F7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B6928DF8-68FF-4376-B32F-0D05EE145FA9}" type="pres">
      <dgm:prSet presAssocID="{6E15E3C8-315F-4AC2-9A14-3BABCAC21F70}" presName="spaceRect" presStyleCnt="0"/>
      <dgm:spPr/>
    </dgm:pt>
    <dgm:pt modelId="{7E053D5A-CCF0-456A-972E-319209E45080}" type="pres">
      <dgm:prSet presAssocID="{6E15E3C8-315F-4AC2-9A14-3BABCAC21F7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90A4C0A-7692-4FF7-9CCF-6095D356B686}" srcId="{A57E1117-487B-4CA1-84D3-D6DD30B8C4DD}" destId="{13C674A5-A1D3-4ACF-A81B-8C6D9E554B61}" srcOrd="0" destOrd="0" parTransId="{82D88FEA-5A77-4F43-B63D-4A716BA1128A}" sibTransId="{D458761F-449F-47D6-A552-36C52E2EC368}"/>
    <dgm:cxn modelId="{20783048-BDAD-4F39-901D-FF2249B6D139}" type="presOf" srcId="{13C674A5-A1D3-4ACF-A81B-8C6D9E554B61}" destId="{B08A74E3-FECC-4617-837F-D1066248F748}" srcOrd="0" destOrd="0" presId="urn:microsoft.com/office/officeart/2018/2/layout/IconVerticalSolidList"/>
    <dgm:cxn modelId="{0B5F1E76-8E57-4A26-B0AF-2D28A49255D0}" type="presOf" srcId="{6E15E3C8-315F-4AC2-9A14-3BABCAC21F70}" destId="{7E053D5A-CCF0-456A-972E-319209E45080}" srcOrd="0" destOrd="0" presId="urn:microsoft.com/office/officeart/2018/2/layout/IconVerticalSolidList"/>
    <dgm:cxn modelId="{52B5BFC8-0255-4805-9551-94D18DEB62A4}" srcId="{A57E1117-487B-4CA1-84D3-D6DD30B8C4DD}" destId="{92978136-033B-41EB-9323-18EDD789E626}" srcOrd="2" destOrd="0" parTransId="{7839739B-0260-487C-9DE7-ED75831C63E0}" sibTransId="{9DE1AB17-B37E-4C44-A0EB-E7A536523DB1}"/>
    <dgm:cxn modelId="{62C369C9-531F-41B3-BEAC-DDD656BDEFCD}" srcId="{A57E1117-487B-4CA1-84D3-D6DD30B8C4DD}" destId="{6E15E3C8-315F-4AC2-9A14-3BABCAC21F70}" srcOrd="3" destOrd="0" parTransId="{A8876B9D-2591-41A3-A853-B56B16CA5A1E}" sibTransId="{8CD79288-21A9-401F-853C-44A98075812E}"/>
    <dgm:cxn modelId="{4367EACE-B60E-4E44-BC8B-5395A14E5FE2}" type="presOf" srcId="{0485E426-6CF6-4ACD-979D-16C3334F2389}" destId="{19184469-0B47-4E60-B3CC-EF10FF26159F}" srcOrd="0" destOrd="0" presId="urn:microsoft.com/office/officeart/2018/2/layout/IconVerticalSolidList"/>
    <dgm:cxn modelId="{967D8ED9-2DCF-4BE6-812E-36CB48C18117}" type="presOf" srcId="{92978136-033B-41EB-9323-18EDD789E626}" destId="{BB8368BC-3277-4913-BEC1-63F3EC43BAC2}" srcOrd="0" destOrd="0" presId="urn:microsoft.com/office/officeart/2018/2/layout/IconVerticalSolidList"/>
    <dgm:cxn modelId="{F0546BF5-0705-493D-8907-4E99D8E74C33}" type="presOf" srcId="{A57E1117-487B-4CA1-84D3-D6DD30B8C4DD}" destId="{C6C9DD33-82DD-405C-BB8A-3227A9A59287}" srcOrd="0" destOrd="0" presId="urn:microsoft.com/office/officeart/2018/2/layout/IconVerticalSolidList"/>
    <dgm:cxn modelId="{4E1512FF-2101-48A9-89CC-E70BF79737AE}" srcId="{A57E1117-487B-4CA1-84D3-D6DD30B8C4DD}" destId="{0485E426-6CF6-4ACD-979D-16C3334F2389}" srcOrd="1" destOrd="0" parTransId="{FB2F5D7A-FC97-4FF5-953C-E157D8258924}" sibTransId="{DB51B5BA-38B0-4257-9148-C7B4B1A43CA6}"/>
    <dgm:cxn modelId="{43B02EE3-8562-48FE-B9C6-81524DD1A92C}" type="presParOf" srcId="{C6C9DD33-82DD-405C-BB8A-3227A9A59287}" destId="{4099E6B2-DEA8-450E-8434-31E2A8A2B7FA}" srcOrd="0" destOrd="0" presId="urn:microsoft.com/office/officeart/2018/2/layout/IconVerticalSolidList"/>
    <dgm:cxn modelId="{E874378E-F038-41BC-8E3B-DF7F8E2CB603}" type="presParOf" srcId="{4099E6B2-DEA8-450E-8434-31E2A8A2B7FA}" destId="{AACACF87-F8E3-4953-B15A-59F48ECD21DA}" srcOrd="0" destOrd="0" presId="urn:microsoft.com/office/officeart/2018/2/layout/IconVerticalSolidList"/>
    <dgm:cxn modelId="{4B95000D-CBE5-4F7E-9064-2842552CD77E}" type="presParOf" srcId="{4099E6B2-DEA8-450E-8434-31E2A8A2B7FA}" destId="{30A4DA64-8B0B-4FA0-B32C-2A0EAB87EC5E}" srcOrd="1" destOrd="0" presId="urn:microsoft.com/office/officeart/2018/2/layout/IconVerticalSolidList"/>
    <dgm:cxn modelId="{EF7EA914-40B6-42E2-A2C9-8F22CA4969E3}" type="presParOf" srcId="{4099E6B2-DEA8-450E-8434-31E2A8A2B7FA}" destId="{963DFD80-161D-4952-9B70-5CBA807B8C79}" srcOrd="2" destOrd="0" presId="urn:microsoft.com/office/officeart/2018/2/layout/IconVerticalSolidList"/>
    <dgm:cxn modelId="{76B3F818-A49F-4F7D-A7CF-2F040506245F}" type="presParOf" srcId="{4099E6B2-DEA8-450E-8434-31E2A8A2B7FA}" destId="{B08A74E3-FECC-4617-837F-D1066248F748}" srcOrd="3" destOrd="0" presId="urn:microsoft.com/office/officeart/2018/2/layout/IconVerticalSolidList"/>
    <dgm:cxn modelId="{9CA6DD86-669B-4B74-9907-A2DF34CE68BF}" type="presParOf" srcId="{C6C9DD33-82DD-405C-BB8A-3227A9A59287}" destId="{F9C97467-9DD2-4202-9101-313560E5584B}" srcOrd="1" destOrd="0" presId="urn:microsoft.com/office/officeart/2018/2/layout/IconVerticalSolidList"/>
    <dgm:cxn modelId="{FD4EB60F-7658-46E4-BFB6-042B0A0FFF0C}" type="presParOf" srcId="{C6C9DD33-82DD-405C-BB8A-3227A9A59287}" destId="{0678C043-5E03-48B7-BE4A-EAA2390511F8}" srcOrd="2" destOrd="0" presId="urn:microsoft.com/office/officeart/2018/2/layout/IconVerticalSolidList"/>
    <dgm:cxn modelId="{9CA0BBFD-28A3-49B3-9586-3DF5352A9F0C}" type="presParOf" srcId="{0678C043-5E03-48B7-BE4A-EAA2390511F8}" destId="{19FEACF2-171C-424C-94D5-2E381EDEDDC0}" srcOrd="0" destOrd="0" presId="urn:microsoft.com/office/officeart/2018/2/layout/IconVerticalSolidList"/>
    <dgm:cxn modelId="{D91D8DB9-D4BF-4422-9C39-2BE58A889BAE}" type="presParOf" srcId="{0678C043-5E03-48B7-BE4A-EAA2390511F8}" destId="{5992747E-88EF-454D-8DB2-5F1452AC6CE0}" srcOrd="1" destOrd="0" presId="urn:microsoft.com/office/officeart/2018/2/layout/IconVerticalSolidList"/>
    <dgm:cxn modelId="{F1A8794A-08FE-419A-A624-D555BB2B0D9F}" type="presParOf" srcId="{0678C043-5E03-48B7-BE4A-EAA2390511F8}" destId="{2ED714C4-B308-4476-B4EC-C24439A62116}" srcOrd="2" destOrd="0" presId="urn:microsoft.com/office/officeart/2018/2/layout/IconVerticalSolidList"/>
    <dgm:cxn modelId="{4E76C437-CD7F-4CF9-ADD1-0F03EC9ED669}" type="presParOf" srcId="{0678C043-5E03-48B7-BE4A-EAA2390511F8}" destId="{19184469-0B47-4E60-B3CC-EF10FF26159F}" srcOrd="3" destOrd="0" presId="urn:microsoft.com/office/officeart/2018/2/layout/IconVerticalSolidList"/>
    <dgm:cxn modelId="{F250E5DA-2340-44C7-A4AD-0ED58F8E584E}" type="presParOf" srcId="{C6C9DD33-82DD-405C-BB8A-3227A9A59287}" destId="{1A1B97BE-159B-428C-9CE8-DEC0A1D047B9}" srcOrd="3" destOrd="0" presId="urn:microsoft.com/office/officeart/2018/2/layout/IconVerticalSolidList"/>
    <dgm:cxn modelId="{153BA319-22FB-46E2-8600-95FECF2ECD76}" type="presParOf" srcId="{C6C9DD33-82DD-405C-BB8A-3227A9A59287}" destId="{D590C53F-B191-45D2-98EF-5C7856D22544}" srcOrd="4" destOrd="0" presId="urn:microsoft.com/office/officeart/2018/2/layout/IconVerticalSolidList"/>
    <dgm:cxn modelId="{917AA532-FC74-4A20-BF78-AECC9937ABDE}" type="presParOf" srcId="{D590C53F-B191-45D2-98EF-5C7856D22544}" destId="{5CE21362-449A-4F86-9CAC-39832C29809D}" srcOrd="0" destOrd="0" presId="urn:microsoft.com/office/officeart/2018/2/layout/IconVerticalSolidList"/>
    <dgm:cxn modelId="{8614B5C0-1ED9-4B8E-946E-5269FA0894CE}" type="presParOf" srcId="{D590C53F-B191-45D2-98EF-5C7856D22544}" destId="{616D5618-8DD1-4B5C-9B3E-46FC2A18DFF2}" srcOrd="1" destOrd="0" presId="urn:microsoft.com/office/officeart/2018/2/layout/IconVerticalSolidList"/>
    <dgm:cxn modelId="{44402CC7-DEDD-4F38-B523-48CA1B27D82F}" type="presParOf" srcId="{D590C53F-B191-45D2-98EF-5C7856D22544}" destId="{E59959E5-4CCC-433B-B05C-35A29196382B}" srcOrd="2" destOrd="0" presId="urn:microsoft.com/office/officeart/2018/2/layout/IconVerticalSolidList"/>
    <dgm:cxn modelId="{FC6FB88E-B70F-4C83-8952-54B7304FB7F7}" type="presParOf" srcId="{D590C53F-B191-45D2-98EF-5C7856D22544}" destId="{BB8368BC-3277-4913-BEC1-63F3EC43BAC2}" srcOrd="3" destOrd="0" presId="urn:microsoft.com/office/officeart/2018/2/layout/IconVerticalSolidList"/>
    <dgm:cxn modelId="{3A697C31-6C5B-4263-8BE5-51E271DE4C17}" type="presParOf" srcId="{C6C9DD33-82DD-405C-BB8A-3227A9A59287}" destId="{D9CEBD37-FE0D-4789-B114-B4594B84BEB5}" srcOrd="5" destOrd="0" presId="urn:microsoft.com/office/officeart/2018/2/layout/IconVerticalSolidList"/>
    <dgm:cxn modelId="{267D7A47-3EDE-4E72-9BDA-E416B8FF9219}" type="presParOf" srcId="{C6C9DD33-82DD-405C-BB8A-3227A9A59287}" destId="{01EE63A1-3DD8-40CD-BE99-01FE73E293DE}" srcOrd="6" destOrd="0" presId="urn:microsoft.com/office/officeart/2018/2/layout/IconVerticalSolidList"/>
    <dgm:cxn modelId="{440FAE26-01DF-48D0-A9F1-A5D69BCF6945}" type="presParOf" srcId="{01EE63A1-3DD8-40CD-BE99-01FE73E293DE}" destId="{0A946D46-920E-4525-8012-3B3A5A75AA50}" srcOrd="0" destOrd="0" presId="urn:microsoft.com/office/officeart/2018/2/layout/IconVerticalSolidList"/>
    <dgm:cxn modelId="{A5471BA7-6207-4344-9EBC-C0895696E51E}" type="presParOf" srcId="{01EE63A1-3DD8-40CD-BE99-01FE73E293DE}" destId="{F6DD7F6C-5F1C-4BD8-B09A-3CC796085B5E}" srcOrd="1" destOrd="0" presId="urn:microsoft.com/office/officeart/2018/2/layout/IconVerticalSolidList"/>
    <dgm:cxn modelId="{89F80D8B-EE86-4E47-B09F-06936140507E}" type="presParOf" srcId="{01EE63A1-3DD8-40CD-BE99-01FE73E293DE}" destId="{B6928DF8-68FF-4376-B32F-0D05EE145FA9}" srcOrd="2" destOrd="0" presId="urn:microsoft.com/office/officeart/2018/2/layout/IconVerticalSolidList"/>
    <dgm:cxn modelId="{298CC5D3-E37C-47AE-8DE2-C3E9E8C8E394}" type="presParOf" srcId="{01EE63A1-3DD8-40CD-BE99-01FE73E293DE}" destId="{7E053D5A-CCF0-456A-972E-319209E4508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AFE278-831E-456B-8D15-B7B0A3843F19}">
      <dsp:nvSpPr>
        <dsp:cNvPr id="0" name=""/>
        <dsp:cNvSpPr/>
      </dsp:nvSpPr>
      <dsp:spPr>
        <a:xfrm>
          <a:off x="0" y="2941"/>
          <a:ext cx="5157787" cy="6265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1914AD-1CF9-43CE-89E6-FB3B527A3624}">
      <dsp:nvSpPr>
        <dsp:cNvPr id="0" name=""/>
        <dsp:cNvSpPr/>
      </dsp:nvSpPr>
      <dsp:spPr>
        <a:xfrm>
          <a:off x="189526" y="143911"/>
          <a:ext cx="344593" cy="3445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BD8DC8-4E7C-4A78-BD74-0D0047B15768}">
      <dsp:nvSpPr>
        <dsp:cNvPr id="0" name=""/>
        <dsp:cNvSpPr/>
      </dsp:nvSpPr>
      <dsp:spPr>
        <a:xfrm>
          <a:off x="723647" y="2941"/>
          <a:ext cx="4434139" cy="626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308" tIns="66308" rIns="66308" bIns="663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/>
            <a:t>Total Revenue</a:t>
          </a:r>
          <a:r>
            <a:rPr lang="en-ZA" sz="1900" kern="1200"/>
            <a:t>: R52,375</a:t>
          </a:r>
          <a:endParaRPr lang="en-US" sz="1900" kern="1200"/>
        </a:p>
      </dsp:txBody>
      <dsp:txXfrm>
        <a:off x="723647" y="2941"/>
        <a:ext cx="4434139" cy="626534"/>
      </dsp:txXfrm>
    </dsp:sp>
    <dsp:sp modelId="{F49EB997-27B9-44C7-95EF-8BE40C8FCFCC}">
      <dsp:nvSpPr>
        <dsp:cNvPr id="0" name=""/>
        <dsp:cNvSpPr/>
      </dsp:nvSpPr>
      <dsp:spPr>
        <a:xfrm>
          <a:off x="0" y="786109"/>
          <a:ext cx="5157787" cy="6265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B20E3F-34B2-4D6C-A7B3-D77A5993879D}">
      <dsp:nvSpPr>
        <dsp:cNvPr id="0" name=""/>
        <dsp:cNvSpPr/>
      </dsp:nvSpPr>
      <dsp:spPr>
        <a:xfrm>
          <a:off x="189526" y="927079"/>
          <a:ext cx="344593" cy="3445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7DFC9-CF8C-43D1-9C8E-F410C5889F66}">
      <dsp:nvSpPr>
        <dsp:cNvPr id="0" name=""/>
        <dsp:cNvSpPr/>
      </dsp:nvSpPr>
      <dsp:spPr>
        <a:xfrm>
          <a:off x="723647" y="786109"/>
          <a:ext cx="4434139" cy="626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308" tIns="66308" rIns="66308" bIns="663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/>
            <a:t>Avg Transaction Value</a:t>
          </a:r>
          <a:r>
            <a:rPr lang="en-ZA" sz="1900" kern="1200"/>
            <a:t>: R8.45</a:t>
          </a:r>
          <a:endParaRPr lang="en-US" sz="1900" kern="1200"/>
        </a:p>
      </dsp:txBody>
      <dsp:txXfrm>
        <a:off x="723647" y="786109"/>
        <a:ext cx="4434139" cy="626534"/>
      </dsp:txXfrm>
    </dsp:sp>
    <dsp:sp modelId="{7B13273B-6E9C-4F56-B83F-12168A64F299}">
      <dsp:nvSpPr>
        <dsp:cNvPr id="0" name=""/>
        <dsp:cNvSpPr/>
      </dsp:nvSpPr>
      <dsp:spPr>
        <a:xfrm>
          <a:off x="0" y="1569277"/>
          <a:ext cx="5157787" cy="6265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FD9EC7-438E-42BD-9F4F-6ACC0B43F363}">
      <dsp:nvSpPr>
        <dsp:cNvPr id="0" name=""/>
        <dsp:cNvSpPr/>
      </dsp:nvSpPr>
      <dsp:spPr>
        <a:xfrm>
          <a:off x="189526" y="1710247"/>
          <a:ext cx="344593" cy="3445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8A20E0-275D-453C-BC4B-FA52FFA1B762}">
      <dsp:nvSpPr>
        <dsp:cNvPr id="0" name=""/>
        <dsp:cNvSpPr/>
      </dsp:nvSpPr>
      <dsp:spPr>
        <a:xfrm>
          <a:off x="723647" y="1569277"/>
          <a:ext cx="4434139" cy="626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308" tIns="66308" rIns="66308" bIns="663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/>
            <a:t>Avg Basket Size</a:t>
          </a:r>
          <a:r>
            <a:rPr lang="en-ZA" sz="1900" kern="1200"/>
            <a:t>: 2.5</a:t>
          </a:r>
          <a:endParaRPr lang="en-US" sz="1900" kern="1200"/>
        </a:p>
      </dsp:txBody>
      <dsp:txXfrm>
        <a:off x="723647" y="1569277"/>
        <a:ext cx="4434139" cy="626534"/>
      </dsp:txXfrm>
    </dsp:sp>
    <dsp:sp modelId="{6D723E30-D1A6-43AA-88C6-F093A2E05B4F}">
      <dsp:nvSpPr>
        <dsp:cNvPr id="0" name=""/>
        <dsp:cNvSpPr/>
      </dsp:nvSpPr>
      <dsp:spPr>
        <a:xfrm>
          <a:off x="0" y="2352445"/>
          <a:ext cx="5157787" cy="6265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1F0BEF-1EF9-4E7C-8BD0-D17DFA14A7EA}">
      <dsp:nvSpPr>
        <dsp:cNvPr id="0" name=""/>
        <dsp:cNvSpPr/>
      </dsp:nvSpPr>
      <dsp:spPr>
        <a:xfrm>
          <a:off x="189526" y="2493415"/>
          <a:ext cx="344593" cy="3445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58ACD6-FC41-459F-9493-0F81E165D19E}">
      <dsp:nvSpPr>
        <dsp:cNvPr id="0" name=""/>
        <dsp:cNvSpPr/>
      </dsp:nvSpPr>
      <dsp:spPr>
        <a:xfrm>
          <a:off x="723647" y="2352445"/>
          <a:ext cx="4434139" cy="626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308" tIns="66308" rIns="66308" bIns="663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/>
            <a:t>Number of Sales</a:t>
          </a:r>
          <a:r>
            <a:rPr lang="en-ZA" sz="1900" kern="1200"/>
            <a:t>: 6,195</a:t>
          </a:r>
          <a:endParaRPr lang="en-US" sz="1900" kern="1200"/>
        </a:p>
      </dsp:txBody>
      <dsp:txXfrm>
        <a:off x="723647" y="2352445"/>
        <a:ext cx="4434139" cy="626534"/>
      </dsp:txXfrm>
    </dsp:sp>
    <dsp:sp modelId="{97F4B9BA-373D-4D8B-AE97-B0353DB4CC7B}">
      <dsp:nvSpPr>
        <dsp:cNvPr id="0" name=""/>
        <dsp:cNvSpPr/>
      </dsp:nvSpPr>
      <dsp:spPr>
        <a:xfrm>
          <a:off x="0" y="3135613"/>
          <a:ext cx="5157787" cy="6265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357A46-6185-4000-A54D-42377D9D6C51}">
      <dsp:nvSpPr>
        <dsp:cNvPr id="0" name=""/>
        <dsp:cNvSpPr/>
      </dsp:nvSpPr>
      <dsp:spPr>
        <a:xfrm>
          <a:off x="189526" y="3276583"/>
          <a:ext cx="344593" cy="34459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FF524-0227-40FE-9D6E-885DD429E439}">
      <dsp:nvSpPr>
        <dsp:cNvPr id="0" name=""/>
        <dsp:cNvSpPr/>
      </dsp:nvSpPr>
      <dsp:spPr>
        <a:xfrm>
          <a:off x="723647" y="3135613"/>
          <a:ext cx="2321004" cy="626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308" tIns="66308" rIns="66308" bIns="663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/>
            <a:t>Visuals</a:t>
          </a:r>
          <a:r>
            <a:rPr lang="en-ZA" sz="1900" kern="1200"/>
            <a:t>:</a:t>
          </a:r>
          <a:endParaRPr lang="en-US" sz="1900" kern="1200"/>
        </a:p>
      </dsp:txBody>
      <dsp:txXfrm>
        <a:off x="723647" y="3135613"/>
        <a:ext cx="2321004" cy="626534"/>
      </dsp:txXfrm>
    </dsp:sp>
    <dsp:sp modelId="{75DC688B-A877-49C2-86DF-E6E6BF6F729B}">
      <dsp:nvSpPr>
        <dsp:cNvPr id="0" name=""/>
        <dsp:cNvSpPr/>
      </dsp:nvSpPr>
      <dsp:spPr>
        <a:xfrm>
          <a:off x="3044651" y="3135613"/>
          <a:ext cx="2113135" cy="626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308" tIns="66308" rIns="66308" bIns="6630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3044651" y="3135613"/>
        <a:ext cx="2113135" cy="6265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CACF87-F8E3-4953-B15A-59F48ECD21DA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A4DA64-8B0B-4FA0-B32C-2A0EAB87EC5E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8A74E3-FECC-4617-837F-D1066248F748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Expand morning promotions and bundle offers</a:t>
          </a:r>
          <a:endParaRPr lang="en-US" sz="2200" kern="1200"/>
        </a:p>
      </dsp:txBody>
      <dsp:txXfrm>
        <a:off x="1405898" y="2401"/>
        <a:ext cx="5543541" cy="1217228"/>
      </dsp:txXfrm>
    </dsp:sp>
    <dsp:sp modelId="{19FEACF2-171C-424C-94D5-2E381EDEDDC0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2747E-88EF-454D-8DB2-5F1452AC6CE0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184469-0B47-4E60-B3CC-EF10FF26159F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 dirty="0"/>
            <a:t>Replicate product mix in other stores</a:t>
          </a:r>
          <a:endParaRPr lang="en-US" sz="2200" kern="1200" dirty="0"/>
        </a:p>
      </dsp:txBody>
      <dsp:txXfrm>
        <a:off x="1405898" y="1523937"/>
        <a:ext cx="5543541" cy="1217228"/>
      </dsp:txXfrm>
    </dsp:sp>
    <dsp:sp modelId="{5CE21362-449A-4F86-9CAC-39832C29809D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6D5618-8DD1-4B5C-9B3E-46FC2A18DFF2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368BC-3277-4913-BEC1-63F3EC43BAC2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Focus on high-performing SKUs like Latte and Croissant</a:t>
          </a:r>
          <a:endParaRPr lang="en-US" sz="2200" kern="1200"/>
        </a:p>
      </dsp:txBody>
      <dsp:txXfrm>
        <a:off x="1405898" y="3045472"/>
        <a:ext cx="5543541" cy="1217228"/>
      </dsp:txXfrm>
    </dsp:sp>
    <dsp:sp modelId="{0A946D46-920E-4525-8012-3B3A5A75AA50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DD7F6C-5F1C-4BD8-B09A-3CC796085B5E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53D5A-CCF0-456A-972E-319209E45080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 dirty="0"/>
            <a:t>Monitor ATV and monthly promotions for optimization</a:t>
          </a:r>
          <a:endParaRPr lang="en-US" sz="2200" kern="1200" dirty="0"/>
        </a:p>
      </dsp:txBody>
      <dsp:txXfrm>
        <a:off x="1405898" y="4567007"/>
        <a:ext cx="5543541" cy="12172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56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2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293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20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59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67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65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7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83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12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6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79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E31C07-5255-1CB0-4022-9E0FCD27E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n-ZA" sz="1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Bright Coffee Shop Presentation</a:t>
            </a:r>
            <a:br>
              <a:rPr lang="en-ZA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ED911B-1110-5EDE-D8E1-3B1FC965B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6"/>
            <a:ext cx="4471416" cy="1605455"/>
          </a:xfrm>
        </p:spPr>
        <p:txBody>
          <a:bodyPr>
            <a:normAutofit fontScale="40000" lnSpcReduction="20000"/>
          </a:bodyPr>
          <a:lstStyle/>
          <a:p>
            <a:endParaRPr lang="en-ZA" sz="4400" dirty="0"/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ZA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ZA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Bright Coffee Shop Analysis Dashboard</a:t>
            </a:r>
            <a:endParaRPr lang="en-ZA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ZA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Subtitle</a:t>
            </a:r>
            <a:r>
              <a:rPr lang="en-ZA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Powered by SQL, Excel, and Power BI</a:t>
            </a:r>
            <a:endParaRPr lang="en-ZA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ZA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ZA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ZA" sz="2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Thamsanqa</a:t>
            </a:r>
            <a:r>
              <a:rPr lang="en-ZA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Zwane</a:t>
            </a:r>
            <a:endParaRPr lang="en-ZA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ZA" dirty="0"/>
          </a:p>
        </p:txBody>
      </p:sp>
      <p:pic>
        <p:nvPicPr>
          <p:cNvPr id="4" name="Picture 3" descr="A colorful background with different shapes&#10;&#10;Description automatically generated">
            <a:extLst>
              <a:ext uri="{FF2B5EF4-FFF2-40B4-BE49-F238E27FC236}">
                <a16:creationId xmlns:a16="http://schemas.microsoft.com/office/drawing/2014/main" id="{E751C487-9A87-0447-B602-2F9681C971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744" r="1" b="1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44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E0DC6F-DB0E-DBE1-8178-AE81BC6B9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D1A63C74-C7A0-7585-0916-C66268BE6E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4D07BF5-D29E-918E-55FE-747AF2A0E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66726" cy="685800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4EF8C-953D-0983-2194-D74737F02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035" y="1424475"/>
            <a:ext cx="3925691" cy="2543448"/>
          </a:xfrm>
        </p:spPr>
        <p:txBody>
          <a:bodyPr anchor="t">
            <a:normAutofit/>
          </a:bodyPr>
          <a:lstStyle/>
          <a:p>
            <a:pPr algn="l"/>
            <a:r>
              <a:rPr lang="en-ZA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  <a:br>
              <a:rPr lang="en-ZA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E6940-C954-EE20-9764-F6C54B1A1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" y="2824480"/>
            <a:ext cx="3652057" cy="3183357"/>
          </a:xfrm>
        </p:spPr>
        <p:txBody>
          <a:bodyPr anchor="b">
            <a:normAutofit/>
          </a:bodyPr>
          <a:lstStyle/>
          <a:p>
            <a:pPr marL="342900" lvl="0" indent="-342900" algn="l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ZA" sz="12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ZA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6 months of sales data across multiple Lower Manhattan stores</a:t>
            </a:r>
            <a:endParaRPr lang="en-ZA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ZA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Delivered insights on revenue, customer </a:t>
            </a:r>
            <a:r>
              <a:rPr lang="en-ZA" sz="12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ZA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product performance, and store comparisons</a:t>
            </a:r>
            <a:endParaRPr lang="en-ZA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ZA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values presented in South African Rands (R)</a:t>
            </a:r>
            <a:endParaRPr lang="en-ZA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</a:pPr>
            <a:endParaRPr lang="en-ZA" sz="1100" dirty="0"/>
          </a:p>
        </p:txBody>
      </p:sp>
    </p:spTree>
    <p:extLst>
      <p:ext uri="{BB962C8B-B14F-4D97-AF65-F5344CB8AC3E}">
        <p14:creationId xmlns:p14="http://schemas.microsoft.com/office/powerpoint/2010/main" val="1102838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C557B-1416-6055-2C89-99F2ABF0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KPI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D41D1-853D-79E8-4AE7-EA05E4115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Details</a:t>
            </a:r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4BB55D43-0BF2-A5B1-0DB3-1625BE24EA3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04567053"/>
              </p:ext>
            </p:extLst>
          </p:nvPr>
        </p:nvGraphicFramePr>
        <p:xfrm>
          <a:off x="609600" y="2386894"/>
          <a:ext cx="5157787" cy="37650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3109E2-DB6F-6AED-6DED-8697EA545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A" dirty="0"/>
              <a:t>Overview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0E1B9E9-1547-1321-E89A-3CBF5FCEFC9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7"/>
          <a:stretch>
            <a:fillRect/>
          </a:stretch>
        </p:blipFill>
        <p:spPr>
          <a:xfrm>
            <a:off x="6445925" y="2809006"/>
            <a:ext cx="4635738" cy="2921150"/>
          </a:xfrm>
        </p:spPr>
      </p:pic>
    </p:spTree>
    <p:extLst>
      <p:ext uri="{BB962C8B-B14F-4D97-AF65-F5344CB8AC3E}">
        <p14:creationId xmlns:p14="http://schemas.microsoft.com/office/powerpoint/2010/main" val="437264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E28B8C-6683-C1A9-A2C3-DA03D972A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ZA" sz="3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br>
              <a:rPr lang="en-ZA" sz="3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sz="31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B85E19-69B4-9939-84F6-6C728FA35A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8917857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500286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121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Neue Haas Grotesk Text Pro</vt:lpstr>
      <vt:lpstr>Symbol</vt:lpstr>
      <vt:lpstr>Times New Roman</vt:lpstr>
      <vt:lpstr>VanillaVTI</vt:lpstr>
      <vt:lpstr>Bright Coffee Shop Presentation </vt:lpstr>
      <vt:lpstr>Executive Summary </vt:lpstr>
      <vt:lpstr>KPI Overview</vt:lpstr>
      <vt:lpstr>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Presentation </dc:title>
  <dc:creator>Thamsanqa Zwane</dc:creator>
  <cp:lastModifiedBy>Thamsanqa Zwane</cp:lastModifiedBy>
  <cp:revision>4</cp:revision>
  <dcterms:created xsi:type="dcterms:W3CDTF">2026-03-31T17:21:32Z</dcterms:created>
  <dcterms:modified xsi:type="dcterms:W3CDTF">2026-03-31T20:32:51Z</dcterms:modified>
</cp:coreProperties>
</file>